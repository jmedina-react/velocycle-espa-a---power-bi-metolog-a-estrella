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48D05-386D-31F4-5F24-951010654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4C2BD2-92F4-ECBD-4AA3-E01DF5B39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43157C-C71D-A806-0AF6-232325AE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7706F6-D356-5CD7-EFE4-FFBB81B1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8C4601-1760-8BA6-7D4A-829064D90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074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E2CA1-219A-8977-0238-29B724F4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B5ABBB-BAC2-74A2-BB5C-30773D779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97EDE1-AAD0-42A0-4293-F488A914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AEF98B-DFFE-B092-CC3E-3EDFF20A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F0A172-52B2-7821-43A0-FC88406C3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6287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53EE4-DCBA-1762-2E9F-6AC315A1A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4895B2-7A92-AFE5-7FB0-356CF6254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E89F-ED40-EC8B-8A5F-1E4C7EAA4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7076C6-910E-4AFF-12CF-3625873AA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0C702E-A039-C2B1-456E-CB20A25D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25592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4BE96-CD05-F082-29D0-6A299032C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46DBB6-CB6E-1071-62BA-23E3A8FAE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7EE804-10B5-CE06-96D4-11FD1280D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E2D3BA-D0C2-58A3-0108-7F3E31709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3BB98B-E7EC-4F1F-6B65-87E210FF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40D34D-88DB-4CC9-E1DD-4DD25730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74677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F9115-9D65-7B43-5897-2F585EEAF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A7C9C8-EED6-B681-61C0-1B3C034EF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117D51-E30F-2B26-A78D-876BC4DFD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3E6918-259A-87AF-2C03-24F607595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F8D4193-73E7-A7F8-0A14-163149A463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5ECE828-E14B-722C-7363-8B937904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D64F6C-3BDC-0AE2-2561-1829EC67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FC150D-FD78-C7E4-5742-67E533C66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1136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8847D-9BAC-847E-806E-249B9381C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D23232F-4A94-ED8F-296B-97238790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B89F92-228F-FDF2-4BB6-261F6548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7C5BF8-BBC2-D894-58CB-12FF2541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3915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DA5C974-FA36-0DA2-B4C1-F2A107674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274A04-AA35-2B92-40F1-28CF38676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F7D1C3-B3A4-86A4-93E8-BE5D950B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117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B201A-23E2-7C7E-BE49-1D9EDBDE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8C821B-DC85-79D5-D51A-98A35805D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472DEE-84DA-25D8-198A-32D9CAFCC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3399F6-52C4-B9A3-62C5-62B21BE4E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173B9C-BAD7-CFA6-C6E6-AE9DEF6D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54EB56-93E1-3455-FE8A-EC9380FF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440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46C9D-FB9A-9192-75CD-1E94B2E9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813011C-9832-66A4-EB2C-D07463785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6EFC21-955C-53EA-57D2-EB6CD0B58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A2A85F-272B-F26C-E158-6E29368DC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128AE1-ABA4-11C7-9CA4-E8A4E54BE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151FDE-EC77-D4E3-39A8-9A68B4FF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89534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99443-D269-3698-90B6-07D40369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6FDD74-3CB4-240D-3351-D71C25BAC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26758A-F9EF-A072-D304-BAA64B61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9122FD-95A9-A38C-1EE6-1F7121ED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ED77F-EDBA-749F-7CB3-71460ACD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055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02E314-5E36-D148-9DEA-C07AD1B7C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07EAD5-27A1-529A-8A9C-4296B1F28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72119A-50C7-75F9-82DD-140A406E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A0DFF6-8973-6DC1-4146-786BBE2C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A93EA5-A668-F5D9-7FF5-54B0C1141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11339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690DCD6-AB00-4652-1DFC-5520F3BCE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F12B79-9D35-52D3-730C-F25261BD6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E61B2E-3BDC-71DD-D3FE-7A5789E20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D2DC3-5A10-427B-BF07-AFD28A781F3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98110F-4AC9-D66B-6D67-D48AAD8E3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EFA79F-240E-2E25-2D0E-77C4E4AB6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9265E-56F5-47A3-AF97-B99A77186A9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5554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CAECB2A-E4B1-D1E0-4B41-7287E0346F95}"/>
              </a:ext>
            </a:extLst>
          </p:cNvPr>
          <p:cNvSpPr/>
          <p:nvPr/>
        </p:nvSpPr>
        <p:spPr>
          <a:xfrm>
            <a:off x="0" y="0"/>
            <a:ext cx="12192000" cy="633046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86798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dd79-e86c-47a6-ab18-36f11e422e64">
      <Terms xmlns="http://schemas.microsoft.com/office/infopath/2007/PartnerControls"/>
    </lcf76f155ced4ddcb4097134ff3c332f>
    <TaxCatchAll xmlns="eed8d7d6-ce80-4a15-b5ad-9cf5aa05a51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00DE50344C3B24EAA99A90CE2D8EFD4" ma:contentTypeVersion="11" ma:contentTypeDescription="Crear nuevo documento." ma:contentTypeScope="" ma:versionID="a49fa5d4cfb41065d21dda8b5fb1d299">
  <xsd:schema xmlns:xsd="http://www.w3.org/2001/XMLSchema" xmlns:xs="http://www.w3.org/2001/XMLSchema" xmlns:p="http://schemas.microsoft.com/office/2006/metadata/properties" xmlns:ns2="e2ecdd79-e86c-47a6-ab18-36f11e422e64" xmlns:ns3="eed8d7d6-ce80-4a15-b5ad-9cf5aa05a515" targetNamespace="http://schemas.microsoft.com/office/2006/metadata/properties" ma:root="true" ma:fieldsID="ca8132a1f0c37c306a1d088d469572f2" ns2:_="" ns3:_="">
    <xsd:import namespace="e2ecdd79-e86c-47a6-ab18-36f11e422e64"/>
    <xsd:import namespace="eed8d7d6-ce80-4a15-b5ad-9cf5aa05a5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dd79-e86c-47a6-ab18-36f11e422e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7ef7e608-e080-41f4-84c6-630005f609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d8d7d6-ce80-4a15-b5ad-9cf5aa05a51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e9cfcef-7d68-45bb-805b-27aecc80aa84}" ma:internalName="TaxCatchAll" ma:showField="CatchAllData" ma:web="eed8d7d6-ce80-4a15-b5ad-9cf5aa05a5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64A504-C59F-4C43-AA48-90A08DEE0909}">
  <ds:schemaRefs>
    <ds:schemaRef ds:uri="39291391-8893-4293-9e9c-40742a9b81f8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e2ecdd79-e86c-47a6-ab18-36f11e422e64"/>
    <ds:schemaRef ds:uri="eed8d7d6-ce80-4a15-b5ad-9cf5aa05a515"/>
  </ds:schemaRefs>
</ds:datastoreItem>
</file>

<file path=customXml/itemProps2.xml><?xml version="1.0" encoding="utf-8"?>
<ds:datastoreItem xmlns:ds="http://schemas.openxmlformats.org/officeDocument/2006/customXml" ds:itemID="{777CE35E-18D3-4A8F-B97A-D2C2883336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07851A-A155-48A4-B3E6-3B27A85AD7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ecdd79-e86c-47a6-ab18-36f11e422e64"/>
    <ds:schemaRef ds:uri="eed8d7d6-ce80-4a15-b5ad-9cf5aa05a5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Campos Limache</dc:creator>
  <cp:lastModifiedBy>X202435222 (MEDINA TELADA,JOSUE)</cp:lastModifiedBy>
  <cp:revision>2</cp:revision>
  <dcterms:created xsi:type="dcterms:W3CDTF">2026-03-31T03:27:48Z</dcterms:created>
  <dcterms:modified xsi:type="dcterms:W3CDTF">2026-04-02T00:47:03Z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0x010100500DE50344C3B24EAA99A90CE2D8EFD4</vt:lpwstr>
  </property>
</Properties>
</file>